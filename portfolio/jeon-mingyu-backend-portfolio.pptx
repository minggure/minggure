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FC73-0DFE-1500-BB1D-ACBB61D23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E512E-F8D9-5FB6-F201-BE6E78D71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15C641-83AC-8BC6-0787-AE1319EA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A07D54-8A75-632F-E1F9-85ED2FD4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9E37-C0D1-BC9C-D623-3F6423E8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61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C1850-B409-0691-EBC9-5689F1E3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783CE0-D2AC-70BB-A739-EE8CE2749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7B8E9-60F7-81E6-9862-7755131A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38C99-8A63-2F1E-4F31-E08480B4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9073EF-DC5D-E9E0-94E4-72E5778D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12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48407-CC83-3AD8-7A51-E4A92D07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56D943-688F-FAF9-4F8C-02DC0E90F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CDD98-EE8E-6862-4A0C-CC7B4EE0A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44C89A-375E-3CD3-F825-CF62155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18588-512F-5166-FAAC-25B3768E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345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24B11-95E0-7F30-D3DE-093940E8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CCD446-C2CF-5D1D-1ACE-A2975D2BD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EDBB22-F8A7-BF91-AA26-2E92717C9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6E02DE-F083-09B5-92D0-78A023CDC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B13503-A0A3-CD6D-C73B-67311712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2417A-59C1-AE28-DF3F-38A2F20A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24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92C09-CE35-6646-5C54-51DCB550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661F83-EFDD-433C-C495-7A0BB5670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57B530-1F67-B787-07F5-D4CD8570D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4E6795-ACB6-7044-C95D-E915509A6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C9E4F2A-2512-4A7E-4FCC-21D0995C4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6FA2C8-4C63-1BB7-2E73-77DFCE513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13390B-B13F-ABF1-7A0D-D58A6622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AADE7E-87F5-BF1D-85AE-13D6A2BB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07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3D99D-EABE-FA09-28D2-D38BED0A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E14668-C8B8-2D00-A907-0481D11EB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D66A80-7915-A9A0-E733-83E377C4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634B39-073F-274C-DE51-F09BC8E5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20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3BFCB8-4FD9-831C-54EA-4D85A1910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20DDF9-5426-D3DA-E9D1-2E6D1474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616ACE-B3FC-C6F3-7B73-20736B3F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5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71D6D-819D-63FB-BB4B-64EAFB5B6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116D41-B90B-BD1B-4DA5-F925762A8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F89E63-F315-10C2-9F4F-F78F3BF75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A31743-85C9-2403-582A-85D3AFC3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FADDE3-A63C-93D1-286E-230689B2D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FE49D4-D4C9-8CE6-0B28-637D5509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62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509DA-90B1-2953-3745-21F27694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C1C0BD-6591-56BB-D3DB-791D30B971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B05CC4-3F0C-66F0-B4C0-F0D7D65C3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7B5E2A-7AED-6DFC-E7E9-B79DE8BFD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600726-9D31-43AD-2FC9-679DED869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304362-9D3E-8246-0A92-EF4685B9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32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AA252-13F3-A341-2864-68440D80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EABF59-C102-7B1E-5829-AC3A5183A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29450E-669F-6853-444F-BB71B3AD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568E38-7941-03D2-D725-B07F6567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039AD5-A592-D948-65D8-6A7C8923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46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0C4DC5-9A33-8BAA-B143-72E6965CD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7A8202-0A79-8077-4358-F945ACCFB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B333A0-3EFA-D463-E26F-AD6F5A8E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F4B317-B560-D329-9B61-E00D38BC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475DB5-4629-7604-BB1F-CDBBC921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44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D6277D-65D6-119A-FF9D-6778179D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0215E9-66D0-4D55-609E-68BD79AF9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268309-9F7E-8ABE-F39C-5C17A0AEF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0A9D5-C1B0-4F38-A687-0CC4F8DC11B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4C94B1-976A-45AF-6A3D-B547BC299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425CE5-9D3E-447A-700C-616796F17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0521B-A236-4060-8C4A-C158E7F03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82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FB9F78-5F5C-3923-C0D6-F948C79F19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15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3ABD08-A6BA-FA0F-1EA9-1ACCB35F712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64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C7A5C8-FE5A-25E3-D633-45FF05DAD5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80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2E47A3-274E-DA3A-7F44-B2DFDEFE40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7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0DD44B-4AD1-6254-C76B-21686323E6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6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EB6C7D-0B37-7DA9-87CC-E14DB52B6F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71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F8BDC8-856F-704D-C3EC-50450565DE5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05BD87-ABAF-A507-AD1B-7713B76BE9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22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9DCF39-1175-F0FA-A161-CC016BC99F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35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C3B66D-715E-10CE-8709-577DA5B788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37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전민규(컴퓨터공학부)</dc:creator>
  <cp:lastModifiedBy>전민규(컴퓨터공학부)</cp:lastModifiedBy>
  <cp:revision>1</cp:revision>
  <dcterms:created xsi:type="dcterms:W3CDTF">2026-09-02T02:34:33Z</dcterms:created>
  <dcterms:modified xsi:type="dcterms:W3CDTF">2026-09-02T02:34:33Z</dcterms:modified>
</cp:coreProperties>
</file>